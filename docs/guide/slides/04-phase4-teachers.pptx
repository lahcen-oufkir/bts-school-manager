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Calibri"/>
              </a:rPr>
              <a:t>PHASE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Teachers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Teacher profiles plus which subjects they teach (subject assignments).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Teacher identity + active status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Subject assignments via a pivot table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Search by name, email, specialization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School scoping + teachers.* permissions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Only admins manage teachers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Teachers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2</a:t>
            </a:r>
          </a:p>
        </p:txBody>
      </p:sp>
      <p:pic>
        <p:nvPicPr>
          <p:cNvPr id="7" name="Picture 6" descr="teach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00200"/>
            <a:ext cx="7053573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604418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Teachers (/dashboard/teachers)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Subject assignments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6949440" cy="2468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6492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6E0FF"/>
                </a:solidFill>
                <a:latin typeface="Calibri"/>
              </a:rPr>
              <a:t>// subject_ids[] is sent separately from the teacher fields
$data = $request-&gt;validated();
$subjectIds = $data['subject_ids'] ?? [];
unset($data['subject_ids']);
$teacher = Teacher::create($data);
if (! empty($subjectIds)) {
    $this-&gt;syncAssignments($teacher, $subjectIds);
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343400"/>
            <a:ext cx="6949440" cy="17373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480560"/>
            <a:ext cx="6492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6E0FF"/>
                </a:solidFill>
                <a:latin typeface="Calibri"/>
              </a:rPr>
              <a:t>// sync: add new, remove missing
$toAdd    = array_diff($subjectIds, $existing);
$toRemove = array_diff($existing, $subjectIds);
if ($toRemove) $teacher-&gt;assignments()-&gt;whereIn('subject_id', $toRemove)-&gt;delete();
foreach ($toAdd as $id) $teacher-&gt;assignments()-&gt;firstOrCreate(['subject_id'=&gt;$id]);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73736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Response includes school, subjects, assignments_count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Pivot: teacher_subject_assignments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Permissions: teachers.view/create/update/delete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Teacher &amp; student roles have NO teachers.*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Next up:  Phase 5 — Grades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2FF"/>
                </a:solidFill>
                <a:latin typeface="Calibri"/>
              </a:rPr>
              <a:t>Open 05-phase5-grades to continue.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7D2FE"/>
                </a:solidFill>
                <a:latin typeface="Calibri"/>
              </a:rPr>
              <a:t>BTS School Manager — Complete Guide (English)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