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Calibri"/>
              </a:rPr>
              <a:t>PHASE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Timetables &amp; Rooms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Weekly timetable grid per class, plus room (classroom)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Schedule slots: class, subject, teacher, room, day, time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Weekly grid Monday → Sunday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Rooms CRUD with capacity and type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rooms.* &amp; schedule.* permissions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Consistent school scoping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Schedule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2</a:t>
            </a:r>
          </a:p>
        </p:txBody>
      </p:sp>
      <p:pic>
        <p:nvPicPr>
          <p:cNvPr id="7" name="Picture 6" descr="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00200"/>
            <a:ext cx="7053573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604418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Schedule (/dashboard/schedule)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Schedule slot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6766560" cy="23774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6309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D6E0FF"/>
                </a:solidFill>
                <a:latin typeface="Calibri"/>
              </a:rPr>
              <a:t>// fields on a schedule
class_id          day_of_week   (monday..sunday)
subject_id        start_time    ("08:30")
teacher_id        end_time      ("10:00")
room_id
academic_year_id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64592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Validation: day_of_week in monday..sunday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start_time / end_time in H:i (24h)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Rooms scoped by school_id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Schedules scoped via class→program→school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Teacher sees own slots or unassigned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Next up:  Phase 8 — Communication &amp;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2FF"/>
                </a:solidFill>
                <a:latin typeface="Calibri"/>
              </a:rPr>
              <a:t>Open 08-phase8-communication-documents to continue.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7D2FE"/>
                </a:solidFill>
                <a:latin typeface="Calibri"/>
              </a:rPr>
              <a:t>BTS School Manager — Complete Guide (English)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