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Attendance (Assiduité)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Attendance sessions and per-student records: present / absent / late / justified.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Sessions: class, subject, teacher, date, time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Records: status + justification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Defaults to present for quick marking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View vs manage scoping for teachers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attendance.* permissions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Attendance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053573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60441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Attendance (/dashboard/attendance)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Stream &amp; save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713232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6675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E0FF"/>
                </a:solidFill>
                <a:latin typeface="Calibri"/>
              </a:rPr>
              <a:t>'status' =&gt; $record?-&gt;status ?? 'present',   // default to present
'justification' =&gt; $record?-&gt;justification,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132320" cy="2011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6675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foreach ($request-&gt;input('records') as $row) {
    AttendanceRecord::updateOrCreate(
        ['attendance_session_id' =&gt; $session-&gt;id, 'student_id' =&gt; $row['student_id']],
        ['status' =&gt; $row['status'], 'justification' =&gt; $row['justification'] ?? null],
    );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Status values: present | absent | late | justified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Per-status counters on each session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Teacher auto-assigned on create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View: own sessions or unassigned; manage: own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7 — Timetables &amp; Rooms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07-phase7-schedules-rooms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