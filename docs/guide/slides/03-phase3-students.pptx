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Adds student profiles, guardians, enrollment into classes, and statuses.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Student identity + status (active, graduated, ...)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Guardians (parent / legal contact)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Enrollment into a class for the right academic year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Search by name, student number, CIN, CNE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A5B4FC"/>
                </a:solidFill>
              </a:rPr>
              <a:t>●  </a:t>
            </a:r>
            <a:r>
              <a:rPr b="0" sz="1600">
                <a:solidFill>
                  <a:srgbClr val="D6E0FF"/>
                </a:solidFill>
                <a:latin typeface="Calibri"/>
              </a:rPr>
              <a:t>School scoping + permissions (students.*)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Students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00200"/>
            <a:ext cx="7053573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60441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Students (/dashboard/students)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a student record contains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37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37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school_id (owner)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51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status (active/graduated/...)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4688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4688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651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student_number, CNE, CIN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83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66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photopath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383280"/>
            <a:ext cx="544068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383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566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soft delete (kept, marked deleted)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6949440" cy="1554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6492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0FF"/>
                </a:solidFill>
                <a:latin typeface="Calibri"/>
              </a:rPr>
              <a:t>$table-&gt;string('status')-&gt;default('active');
// active, graduated, transferred, withdrawn, suspended, inactive
$table-&gt;softDeletes();   // deleting just adds deleted_at
// -&gt; safer: you can undo mistakes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EF2FF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Guardians &amp; enrollment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1828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Guardians (parent / legal contact)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949440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6492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6E0FF"/>
                </a:solidFill>
                <a:latin typeface="Calibri"/>
              </a:rPr>
              <a:t>if ($request-&gt;filled('guardian')) {
    $guardian = $request-&gt;input('guardian');
    $fill = collect($guardian)-&gt;except('id')-&gt;all();
    if (! empty($guardian['id'])) {
        $student-&gt;guardians()-&gt;whereKey($guardian['id'])-&gt;update($fill);
    } elseif ($student-&gt;guardians()-&gt;exists()) {
        $student-&gt;guardians()-&gt;first()-&gt;update($fill);
    } else {
        $student-&gt;guardians()-&gt;create($fill);
    }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Enrollment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Optional class_id assigns the student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Uses the class's year or the school's current year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Keeps enrollments + class_students in sync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</a:rPr>
              <a:t>●  </a:t>
            </a:r>
            <a:r>
              <a:rPr b="0" sz="1400">
                <a:solidFill>
                  <a:srgbClr val="475569"/>
                </a:solidFill>
                <a:latin typeface="Calibri"/>
              </a:rPr>
              <a:t>Response includes guardians_count + current_class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0E7FF"/>
                </a:solidFill>
                <a:latin typeface="Calibri"/>
              </a:rPr>
              <a:t>Next up:  Phase 4 — Teachers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2FF"/>
                </a:solidFill>
                <a:latin typeface="Calibri"/>
              </a:rPr>
              <a:t>Open 04-phase4-teachers to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7D2FE"/>
                </a:solidFill>
                <a:latin typeface="Calibri"/>
              </a:rPr>
              <a:t>BTS School Manager — Complete Guide (English)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