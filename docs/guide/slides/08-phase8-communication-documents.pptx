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Announcements, Notifications &amp;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Communication features and document storage.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Announcements with targeted audience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Per-user notification center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Notifications auto-created on publish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Document upload / download with visibility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announcements.*, notifications.*, documents.*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announc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486400" cy="3413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Announcements</a:t>
            </a:r>
          </a:p>
        </p:txBody>
      </p:sp>
      <p:pic>
        <p:nvPicPr>
          <p:cNvPr id="9" name="Picture 8" descr="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486400" cy="3413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Documents &amp; targeting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486400" cy="3413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Audience targeting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Audience: everyone / teachers / students / class / program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is_published = has published_at and not expired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Publishing auto-creates one notification per user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Documents: is_private limits to owner + admins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9 — Reports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09-phase9-reports-analytics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