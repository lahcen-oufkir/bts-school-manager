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The back-office: schools, users &amp; roles, academic years, programs, classes and subjects.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Users &amp; roles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Schools (system admin only)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Academic years (one current)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Programs (filières)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Classes &amp; subjects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KEY IDEA: school scoping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administration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Users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916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Accounts &amp; their role (defines permissions)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86584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86584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780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78024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Establishments; only system admin manages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72968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72968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64408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Academic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64408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Years like 2025/2026; one is current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59352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59352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2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Programs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05079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Courses of study (filières) per school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45736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45736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37176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837176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Concrete groups linked to a program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53212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Subjects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62356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Individual subjects with a coefficient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admin-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86400" cy="3413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Schools (/dashboard/admin/schools)</a:t>
            </a:r>
          </a:p>
        </p:txBody>
      </p:sp>
      <p:pic>
        <p:nvPicPr>
          <p:cNvPr id="9" name="Picture 8" descr="admin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3413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Users (/dashboard/admin/users)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More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admin-academic-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86400" cy="3413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Academic years</a:t>
            </a:r>
          </a:p>
        </p:txBody>
      </p:sp>
      <p:pic>
        <p:nvPicPr>
          <p:cNvPr id="9" name="Picture 8" descr="admin-pr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3413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Programs</a:t>
            </a:r>
          </a:p>
        </p:txBody>
      </p:sp>
      <p:pic>
        <p:nvPicPr>
          <p:cNvPr id="11" name="Picture 10" descr="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623560"/>
            <a:ext cx="91440" cy="56899"/>
          </a:xfrm>
          <a:prstGeom prst="rect">
            <a:avLst/>
          </a:prstGeom>
        </p:spPr>
      </p:pic>
      <p:pic>
        <p:nvPicPr>
          <p:cNvPr id="12" name="Picture 11" descr="subje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623560"/>
            <a:ext cx="91440" cy="56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Classes &amp; Subjects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86400" cy="3413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Classes (/dashboard/classes)</a:t>
            </a:r>
          </a:p>
        </p:txBody>
      </p:sp>
      <p:pic>
        <p:nvPicPr>
          <p:cNvPr id="9" name="Picture 8" descr="su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3413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Subjects (/dashboard/subjects)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School scoping — the 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F46E5"/>
                </a:solidFill>
                <a:latin typeface="Calibri"/>
              </a:rPr>
              <a:t>An establishment admin only ever sees / edits their OWN school's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7315200" cy="3383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6858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// read side: filter by the admin's school
if ($request-&gt;user()-&gt;isEstablishmentAdmin()) {
    $query-&gt;where('id', $request-&gt;user()-&gt;school_id);
}
// write side: force the school on create/update
if ($request-&gt;user()-&gt;isEstablishmentAdmin()) {
    $data['school_id'] = $request-&gt;user()-&gt;school_id;
}
// only system admin may create/edit/delete a school
if (! $request-&gt;user()-&gt;isSystemAdmin()) { return 403;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9456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is_current is exclusive: one current year per school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Establishment admins lack users.delete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Permissions like settings.*, classes.*, subjects.*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Same pattern reused by ALL later phases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3 —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03-phase3-students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