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Calibri"/>
              </a:rPr>
              <a:t>PHASE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Makes the app deployable reliably: Docker, healthchecks, CI and backups.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Production Docker Compose with secrets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Health checks order the startup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Backend entrypoint: migrate + seed + cache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CI: tests + lint + build on every change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Backup script for DB +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Production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73152" cy="8686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730A3"/>
                </a:solidFill>
                <a:latin typeface="Calibri"/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45920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postgres:16-alpine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45920"/>
            <a:ext cx="4023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pg_isready healthcheck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73152" cy="8686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730A3"/>
                </a:solidFill>
                <a:latin typeface="Calibri"/>
              </a:rPr>
              <a:t>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51760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redis:7-alpine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51760"/>
            <a:ext cx="4023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redis-cli ping healthcheck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11064240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66160"/>
            <a:ext cx="73152" cy="8686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730A3"/>
                </a:solidFill>
                <a:latin typeface="Calibri"/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657600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built from ./backend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657600"/>
            <a:ext cx="4023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/api/v1/health healthcheck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72000"/>
            <a:ext cx="11064240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72000"/>
            <a:ext cx="73152" cy="8686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730A3"/>
                </a:solidFill>
                <a:latin typeface="Calibri"/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663440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built from ./frontend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663440"/>
            <a:ext cx="4023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fetch / healthcheck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Secrets, entrypoint, CI &amp; backups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6766560" cy="1828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6309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D6E0FF"/>
                </a:solidFill>
                <a:latin typeface="Calibri"/>
              </a:rPr>
              <a:t># secrets required - fail fast if missing
APP_KEY: "${APP_KEY:?APP_KEY must be set}"
DB_PASSWORD: "${DB_PASSWORD:?must be set}"
REDIS_PASSWORD: "${REDIS_PASSWORD:?must be set}"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Entrypoint: wait for DB → migrate → seed → cache → serve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app:ensure-bootstrap seeds roles + demo admin (no tinker)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CI runs backend (pint + tests) and frontend (lint + tsc + build)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backup.sh dumps DB (gzip) + storage volume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Manual: HTTPS reverse proxy, real domains, cron backups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7D2FE"/>
                </a:solidFill>
                <a:latin typeface="Calibri"/>
              </a:rPr>
              <a:t>BTS School Manager — Complete Guide (English)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