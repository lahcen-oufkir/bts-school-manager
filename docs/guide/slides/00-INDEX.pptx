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Calibri"/>
              </a:rPr>
              <a:t>BTS SCHOOL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Complete Guide —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One PowerPoint per phase, in plain English, with real screenshots from the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12 decks:  one index + 11 phase decks (Phase 0 → 10)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Imagine building the app phase by phase - each deck is a chapter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Screenshots show the actual pages; code boxes show the key parts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For readers with no prior knowledge of the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12 decks &amp; where to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2860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72184"/>
            <a:ext cx="2240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00-INDEX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472184"/>
            <a:ext cx="8686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You are here - how to read the guide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2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74520"/>
            <a:ext cx="22860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29384"/>
            <a:ext cx="2240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00-overview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929384"/>
            <a:ext cx="8686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What the app is, roles, permissions,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31720"/>
            <a:ext cx="22860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386584"/>
            <a:ext cx="2240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01-phase1-foundation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386584"/>
            <a:ext cx="8686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Stack, auth, dashboard, design system, i18n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8892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788920"/>
            <a:ext cx="22860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843784"/>
            <a:ext cx="2240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02-phase2-administration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843784"/>
            <a:ext cx="8686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Users, schools, years, programs, classes, subjects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4612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46120"/>
            <a:ext cx="22860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300984"/>
            <a:ext cx="2240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03-phase3-students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300984"/>
            <a:ext cx="8686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Student profiles, guardians, enrollment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0332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03320"/>
            <a:ext cx="22860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758184"/>
            <a:ext cx="2240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04-phase4-teachers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3758184"/>
            <a:ext cx="8686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Teachers + subject assignments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6052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160520"/>
            <a:ext cx="22860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215384"/>
            <a:ext cx="2240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05-phase5-grades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215384"/>
            <a:ext cx="8686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Assessments, score entry, publish/lock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61772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617720"/>
            <a:ext cx="22860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672584"/>
            <a:ext cx="2240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06-phase6-attendance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4672584"/>
            <a:ext cx="8686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Sessions + present/absent/late/justified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07492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074920"/>
            <a:ext cx="22860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129784"/>
            <a:ext cx="2240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07-phase7-schedules-rooms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5129784"/>
            <a:ext cx="8686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Weekly timetable + rooms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53212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532120"/>
            <a:ext cx="22860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586984"/>
            <a:ext cx="2240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08-phase8-communication-documents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34640" y="5586984"/>
            <a:ext cx="8686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Announcements, notifications, documents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98932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5989320"/>
            <a:ext cx="22860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044184"/>
            <a:ext cx="2240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09-phase9-reports-analytics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6044184"/>
            <a:ext cx="8686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KPIs, distribution, averages, attendance rates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44652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6446520"/>
            <a:ext cx="22860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6501384"/>
            <a:ext cx="2240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10-phase10-production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4640" y="6501384"/>
            <a:ext cx="8686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Docker prod, CI, backups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Next up:  The Overview deck (Phase 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2FF"/>
                </a:solidFill>
                <a:latin typeface="Calibri"/>
              </a:rPr>
              <a:t>Open 00-overview.pptx to continue.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7D2FE"/>
                </a:solidFill>
                <a:latin typeface="Calibri"/>
              </a:rPr>
              <a:t>BTS School Manager — Complete Guide (English)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