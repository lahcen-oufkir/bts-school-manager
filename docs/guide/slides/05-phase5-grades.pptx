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EF2FF"/>
                </a:solidFill>
                <a:latin typeface="Calibri"/>
              </a:rPr>
              <a:t>PHASE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Grades (Notes)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Assessments, score entry per student, and publish/lock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Assessments: exam, quiz, homework, project, ...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Grade entry for enrolled students only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Once published, grades can't change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Lock freezes the assessment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CanAccess scoping per role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Grades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2</a:t>
            </a:r>
          </a:p>
        </p:txBody>
      </p:sp>
      <p:pic>
        <p:nvPicPr>
          <p:cNvPr id="7" name="Picture 6" descr="gr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00200"/>
            <a:ext cx="7053573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604418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Grades (/dashboard/grades)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Assessments &amp; the grade stream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730A3"/>
                </a:solidFill>
                <a:latin typeface="Calibri"/>
              </a:rPr>
              <a:t>Assessment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</a:rPr>
              <a:t>●  </a:t>
            </a:r>
            <a:r>
              <a:rPr b="0" sz="1500">
                <a:solidFill>
                  <a:srgbClr val="475569"/>
                </a:solidFill>
                <a:latin typeface="Calibri"/>
              </a:rPr>
              <a:t>class, subject, teacher, academic year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</a:rPr>
              <a:t>●  </a:t>
            </a:r>
            <a:r>
              <a:rPr b="0" sz="1500">
                <a:solidFill>
                  <a:srgbClr val="475569"/>
                </a:solidFill>
                <a:latin typeface="Calibri"/>
              </a:rPr>
              <a:t>type (exam/quiz/homework/practical/project/continuous)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</a:rPr>
              <a:t>●  </a:t>
            </a:r>
            <a:r>
              <a:rPr b="0" sz="1500">
                <a:solidFill>
                  <a:srgbClr val="475569"/>
                </a:solidFill>
                <a:latin typeface="Calibri"/>
              </a:rPr>
              <a:t>max_score + weight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</a:rPr>
              <a:t>●  </a:t>
            </a:r>
            <a:r>
              <a:rPr b="0" sz="1500">
                <a:solidFill>
                  <a:srgbClr val="475569"/>
                </a:solidFill>
                <a:latin typeface="Calibri"/>
              </a:rPr>
              <a:t>is_published and is_locked flags</a:t>
            </a:r>
          </a:p>
        </p:txBody>
      </p:sp>
      <p:pic>
        <p:nvPicPr>
          <p:cNvPr id="9" name="Picture 8" descr="gr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303520" cy="33001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4818045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Grade entry 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Saving grades &amp; publish/lock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7132320" cy="23774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66751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6E0FF"/>
                </a:solidFill>
                <a:latin typeface="Calibri"/>
              </a:rPr>
              <a:t>if ($assessment-&gt;is_published) {
    return 422; // grades can no longer be modified
}
foreach ($request-&gt;input('grades') as $row) {
    Grade::updateOrCreate(
        ['assessment_id' =&gt; $assessment-&gt;id, 'student_id' =&gt; $row['student_id']],
        ['score' =&gt; $row['score'], 'comment' =&gt; $row['comment'] ?? null],
    );
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64592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The grade-stream lists every enrolled student with their score (or null)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Publish → is_published → grades frozen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Lock → is_locked → assessment frozen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Teacher is auto-assigned; can only grade their 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Next up:  Phase 6 — Attendance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2FF"/>
                </a:solidFill>
                <a:latin typeface="Calibri"/>
              </a:rPr>
              <a:t>Open 06-phase6-attendance to continue.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7D2FE"/>
                </a:solidFill>
                <a:latin typeface="Calibri"/>
              </a:rPr>
              <a:t>BTS School Manager — Complete Guide (English)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