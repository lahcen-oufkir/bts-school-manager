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Calibri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Technical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Sets up the whole skeleton: stack, database, auth, design system and 3 languages.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Next.js 16 + Laravel 13 + PostgreSQL + Redis + Docker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Login / logout with authentication &amp; authorization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Dashboard shell: sidebar + top bar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Reusable design system (buttons, cards, forms)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i18n — French, English, Arabic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screens you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2</a:t>
            </a:r>
          </a:p>
        </p:txBody>
      </p:sp>
      <p:pic>
        <p:nvPicPr>
          <p:cNvPr id="7" name="Picture 6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486400" cy="34139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069003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Login screen (/login)</a:t>
            </a:r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486400" cy="34139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069003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Dashboard with sidebar &amp; top bar (/dashboard)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64240" cy="65836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7315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730A3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691640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  <a:latin typeface="Calibri"/>
              </a:rPr>
              <a:t>Next.js 16 + TypeScript + Tailwind CSS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68296"/>
            <a:ext cx="11064240" cy="65836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68296"/>
            <a:ext cx="7315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59736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730A3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459736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  <a:latin typeface="Calibri"/>
              </a:rPr>
              <a:t>Laravel 13 + PHP 8.3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36392"/>
            <a:ext cx="11064240" cy="65836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136392"/>
            <a:ext cx="7315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27832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730A3"/>
                </a:solidFill>
                <a:latin typeface="Calibri"/>
              </a:rPr>
              <a:t>API /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227832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  <a:latin typeface="Calibri"/>
              </a:rPr>
              <a:t>REST (/api/v1) + Sanctum bearer tokens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04488"/>
            <a:ext cx="11064240" cy="65836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04488"/>
            <a:ext cx="7315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95928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730A3"/>
                </a:solidFill>
                <a:latin typeface="Calibri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995928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  <a:latin typeface="Calibri"/>
              </a:rPr>
              <a:t>PostgreSQL 16 (SQLite for local dev)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72584"/>
            <a:ext cx="11064240" cy="65836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672584"/>
            <a:ext cx="7315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64024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730A3"/>
                </a:solidFill>
                <a:latin typeface="Calibri"/>
              </a:rPr>
              <a:t>Cache / 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764024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  <a:latin typeface="Calibri"/>
              </a:rPr>
              <a:t>Redis 7 + file storage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40680"/>
            <a:ext cx="11064240" cy="65836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440680"/>
            <a:ext cx="7315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532120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730A3"/>
                </a:solidFill>
                <a:latin typeface="Calibri"/>
              </a:rPr>
              <a:t>Containers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5532120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  <a:latin typeface="Calibri"/>
              </a:rPr>
              <a:t>Docker + docker-compose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How login works (backend)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730A3"/>
                </a:solidFill>
                <a:latin typeface="Calibri"/>
              </a:rPr>
              <a:t>AuthController · login()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6858000" cy="3931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6400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E0FF"/>
                </a:solidFill>
                <a:latin typeface="Calibri"/>
              </a:rPr>
              <a:t>$user = User::where('email', $validated['email'])-&gt;first();
if (! $user || ! Hash::check($validated['password'], $user-&gt;password)) {
    return response()-&gt;json(['message' =&gt; 'Invalid credentials.'], 401);
}
if (! $user-&gt;is_active) { /* 403 ... */ }
$token = $user-&gt;createToken('api-token', [$user-&gt;role])-&gt;plainTextToken;
return response()-&gt;json([
    'token' =&gt; $token,
    'user'  =&gt; [ ...$user-&gt;toArray(),
                'permissions' =&gt; $this-&gt;permissionsForRole($user-&gt;role) ],
]);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4023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In plain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286000"/>
            <a:ext cx="4023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Validate email &amp; password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Look up the user &amp; check the hash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Ensure account is active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Issue a secure token (the key)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Return token + permissions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How the frontend keeps you logged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730A3"/>
                </a:solidFill>
                <a:latin typeface="Calibri"/>
              </a:rPr>
              <a:t>frontend/lib/api.ts — token interceptor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47088"/>
            <a:ext cx="6675120" cy="23774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6217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E0FF"/>
                </a:solidFill>
                <a:latin typeface="Calibri"/>
              </a:rPr>
              <a:t>api.interceptors.request.use((config) =&gt; {
  if (typeof window !== "undefined") {
    const token = window.localStorage.getItem("bts_access_token");
    if (token) {
      config.headers.Authorization = `Bearer ${token}`;
    }
  }
  return config;
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The token is saved in localStorage on login and attached to EVERY request.
A hasPermission(...) helper hides buttons you cannot use — but the SERVER always re-checks security (middleware permission:module.action returns 403 otherwise).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Design system &amp; 3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Reusable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</a:rPr>
              <a:t>●  </a:t>
            </a:r>
            <a:r>
              <a:rPr b="0" sz="1500">
                <a:solidFill>
                  <a:srgbClr val="475569"/>
                </a:solidFill>
                <a:latin typeface="Calibri"/>
              </a:rPr>
              <a:t>ui/ — button, card, input, badge, spinner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</a:rPr>
              <a:t>●  </a:t>
            </a:r>
            <a:r>
              <a:rPr b="0" sz="1500">
                <a:solidFill>
                  <a:srgbClr val="475569"/>
                </a:solidFill>
                <a:latin typeface="Calibri"/>
              </a:rPr>
              <a:t>admin/ — modal, confirm-dialog, pagination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</a:rPr>
              <a:t>●  </a:t>
            </a:r>
            <a:r>
              <a:rPr b="0" sz="1500">
                <a:solidFill>
                  <a:srgbClr val="475569"/>
                </a:solidFill>
                <a:latin typeface="Calibri"/>
              </a:rPr>
              <a:t>dashboard/ — stat-card (KPIs)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</a:rPr>
              <a:t>●  </a:t>
            </a:r>
            <a:r>
              <a:rPr b="0" sz="1500">
                <a:solidFill>
                  <a:srgbClr val="475569"/>
                </a:solidFill>
                <a:latin typeface="Calibri"/>
              </a:rPr>
              <a:t>layout/ — sidebar, topbar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Internationalisation (i18n)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</a:rPr>
              <a:t>●  </a:t>
            </a:r>
            <a:r>
              <a:rPr b="0" sz="1500">
                <a:solidFill>
                  <a:srgbClr val="475569"/>
                </a:solidFill>
                <a:latin typeface="Calibri"/>
              </a:rPr>
              <a:t>Every text is a key, e.g. t("auth.welcome_back")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</a:rPr>
              <a:t>●  </a:t>
            </a:r>
            <a:r>
              <a:rPr b="0" sz="1500">
                <a:solidFill>
                  <a:srgbClr val="475569"/>
                </a:solidFill>
                <a:latin typeface="Calibri"/>
              </a:rPr>
              <a:t>Translations in messages/fr.json, en.json, ar.json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</a:rPr>
              <a:t>●  </a:t>
            </a:r>
            <a:r>
              <a:rPr b="0" sz="1500">
                <a:solidFill>
                  <a:srgbClr val="475569"/>
                </a:solidFill>
                <a:latin typeface="Calibri"/>
              </a:rPr>
              <a:t>Switch language → all text changes automatically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</a:rPr>
              <a:t>●  </a:t>
            </a:r>
            <a:r>
              <a:rPr b="0" sz="1500">
                <a:solidFill>
                  <a:srgbClr val="475569"/>
                </a:solidFill>
                <a:latin typeface="Calibri"/>
              </a:rPr>
              <a:t>Right-to-left support for Arabic (dir=rtl)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Next up:  Phase 2 —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2FF"/>
                </a:solidFill>
                <a:latin typeface="Calibri"/>
              </a:rPr>
              <a:t>Open 02-phase2-administration to continue.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7D2FE"/>
                </a:solidFill>
                <a:latin typeface="Calibri"/>
              </a:rPr>
              <a:t>BTS School Manager — Complete Guide (English)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